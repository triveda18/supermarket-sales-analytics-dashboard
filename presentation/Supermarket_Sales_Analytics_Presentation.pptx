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63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32323"/>
                </a:solidFill>
              </a:defRPr>
            </a:pPr>
            <a:r>
              <a:t>Supermarket Sales</a:t>
            </a:r>
            <a:br/>
            <a:r>
              <a:t>Analytics &amp; Interactive Dashboard</a:t>
            </a:r>
          </a:p>
          <a:p>
            <a:pPr>
              <a:spcBef>
                <a:spcPts val="1600"/>
              </a:spcBef>
              <a:defRPr sz="1800">
                <a:solidFill>
                  <a:srgbClr val="563E30"/>
                </a:solidFill>
              </a:defRPr>
            </a:pPr>
            <a:r>
              <a:t>Independent Data Analytics Project</a:t>
            </a:r>
          </a:p>
          <a:p>
            <a:pPr>
              <a:spcBef>
                <a:spcPts val="1200"/>
              </a:spcBef>
              <a:defRPr sz="1300">
                <a:solidFill>
                  <a:srgbClr val="5F5F5F"/>
                </a:solidFill>
              </a:defRPr>
            </a:pPr>
            <a:r>
              <a:t>Hyderabad • Vijayawada • Visakhapatnam | Jan 1 – Mar 12,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</a:defRPr>
            </a:pPr>
            <a:r>
              <a:t>Supermarket Sales Analytics  •  Independent Project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</a:defRPr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Analyzes supermarket transaction data and converts it into actionable business insights.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Covers 40 verified orders across Hyderabad, Vijayawada and Visakhapatnam.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Combines data preparation, validation, AI-assisted analysis and interactive visualization.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The final dashboard provides KPIs, charts, filters, insights and recommendations.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</a:defRPr>
            </a:pPr>
            <a:r>
              <a:t>Supermarket Sales Analytics  •  Independent Project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</a:defRPr>
            </a:pPr>
            <a:r>
              <a:t>2.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Clean and validate the supermarket sales dataset.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Measure overall sales, orders, quantity and average order value.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Compare branches, cities, products and product categories.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Analyze monthly sales trends, payment methods and customer segments.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Build an interactive dashboard for quick exploration and decision-making.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Generate business recommendations from observed sales patterns.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</a:defRPr>
            </a:pPr>
            <a:r>
              <a:t>Supermarket Sales Analytics  •  Independent Project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</a:defRPr>
            </a:pPr>
            <a:r>
              <a:t>3. 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73351"/>
            <a:ext cx="21031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63E30"/>
                </a:solidFill>
              </a:defRPr>
            </a:pPr>
            <a:r>
              <a:t>40</a:t>
            </a:r>
          </a:p>
          <a:p>
            <a:pPr>
              <a:defRPr sz="1100">
                <a:solidFill>
                  <a:srgbClr val="5F5F5F"/>
                </a:solidFill>
              </a:defRPr>
            </a:pPr>
            <a:r>
              <a:t>Verified orders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50876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1673351"/>
            <a:ext cx="21031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63E30"/>
                </a:solidFill>
              </a:defRPr>
            </a:pPr>
            <a:r>
              <a:t>₹1,86,100</a:t>
            </a:r>
          </a:p>
          <a:p>
            <a:pPr>
              <a:defRPr sz="1100">
                <a:solidFill>
                  <a:srgbClr val="5F5F5F"/>
                </a:solidFill>
              </a:defRPr>
            </a:pPr>
            <a:r>
              <a:t>Total sales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0876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673351"/>
            <a:ext cx="21031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63E30"/>
                </a:solidFill>
              </a:defRPr>
            </a:pPr>
            <a:r>
              <a:t>201</a:t>
            </a:r>
          </a:p>
          <a:p>
            <a:pPr>
              <a:defRPr sz="1100">
                <a:solidFill>
                  <a:srgbClr val="5F5F5F"/>
                </a:solidFill>
              </a:defRPr>
            </a:pPr>
            <a:r>
              <a:t>Units sold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50876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673351"/>
            <a:ext cx="21031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63E30"/>
                </a:solidFill>
              </a:defRPr>
            </a:pPr>
            <a:r>
              <a:t>₹4,652.50</a:t>
            </a:r>
          </a:p>
          <a:p>
            <a:pPr>
              <a:defRPr sz="1100">
                <a:solidFill>
                  <a:srgbClr val="5F5F5F"/>
                </a:solidFill>
              </a:defRPr>
            </a:pPr>
            <a:r>
              <a:t>Average order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Date range: January 1 – March 12, 2025.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Locations: Hyderabad, Vijayawada and Visakhapatnam.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Key dimensions: branch, city, customer type, gender, category, product and payment method.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Sales values were validated using Quantity × Unit Price.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56539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</a:defRPr>
            </a:pPr>
            <a:r>
              <a:t>Supermarket Sales Analytics  •  Independent Project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</a:defRPr>
            </a:pPr>
            <a:r>
              <a:t>4. Data Preparation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Structured the transaction data into a consistent analytical format.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Validated Total Sales against Quantity × Unit Price.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Checked transaction-level sales validation fields.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Prepared time-based fields such as Month, Quarter and Day of Week.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Cross-checked dashboard KPIs against the KPI Summary and Validation information in the source workbook.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</a:defRPr>
            </a:pPr>
            <a:r>
              <a:t>Supermarket Sales Analytics  •  Independent Project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</a:defRPr>
            </a:pPr>
            <a:r>
              <a:t>5. AI-Assisted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Julius AI was used as a supporting tool for exploring the dataset and identifying useful patterns.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Analysis focused on product, category, branch, city, monthly, payment and customer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AI-assisted exploration helped accelerate interpretation of the transactional data.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Final dashboard figures were validated against the underlying workbook before presentation.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</a:defRPr>
            </a:pPr>
            <a:r>
              <a:t>Supermarket Sales Analytics  •  Independent Project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</a:defRPr>
            </a:pPr>
            <a:r>
              <a:t>6.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40280"/>
            <a:ext cx="1554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63E30"/>
                </a:solidFill>
              </a:defRPr>
            </a:pPr>
            <a:r>
              <a:t>01</a:t>
            </a:r>
          </a:p>
          <a:p>
            <a:pPr>
              <a:spcBef>
                <a:spcPts val="1000"/>
              </a:spcBef>
              <a:defRPr sz="1400" b="1">
                <a:solidFill>
                  <a:srgbClr val="232323"/>
                </a:solidFill>
              </a:defRPr>
            </a:pPr>
            <a:r>
              <a:t>Data</a:t>
            </a:r>
            <a:br/>
            <a:r>
              <a:t>Preparation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201168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0" y="2240280"/>
            <a:ext cx="1554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63E30"/>
                </a:solidFill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1400" b="1">
                <a:solidFill>
                  <a:srgbClr val="232323"/>
                </a:solidFill>
              </a:defRPr>
            </a:pPr>
            <a:r>
              <a:t>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201168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49240" y="2240280"/>
            <a:ext cx="1554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63E30"/>
                </a:solidFill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1400" b="1">
                <a:solidFill>
                  <a:srgbClr val="232323"/>
                </a:solidFill>
              </a:defRPr>
            </a:pPr>
            <a:r>
              <a:t>Exploratory</a:t>
            </a:r>
            <a:br/>
            <a:r>
              <a:t>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01168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2240280"/>
            <a:ext cx="1554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63E30"/>
                </a:solidFill>
              </a:defRPr>
            </a:pPr>
            <a:r>
              <a:t>04</a:t>
            </a:r>
          </a:p>
          <a:p>
            <a:pPr>
              <a:spcBef>
                <a:spcPts val="1000"/>
              </a:spcBef>
              <a:defRPr sz="1400" b="1">
                <a:solidFill>
                  <a:srgbClr val="232323"/>
                </a:solidFill>
              </a:defRPr>
            </a:pPr>
            <a:r>
              <a:t>Visualization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201168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29800" y="2240280"/>
            <a:ext cx="1554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63E30"/>
                </a:solidFill>
              </a:defRPr>
            </a:pPr>
            <a:r>
              <a:t>05</a:t>
            </a:r>
          </a:p>
          <a:p>
            <a:pPr>
              <a:spcBef>
                <a:spcPts val="1000"/>
              </a:spcBef>
              <a:defRPr sz="1400" b="1">
                <a:solidFill>
                  <a:srgbClr val="232323"/>
                </a:solidFill>
              </a:defRPr>
            </a:pPr>
            <a:r>
              <a:t>Insights &amp;</a:t>
            </a:r>
            <a:br/>
            <a:r>
              <a:t>Recommendations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56539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</a:defRPr>
            </a:pPr>
            <a:r>
              <a:t>Supermarket Sales Analytics  •  Independent Project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</a:defRPr>
            </a:pPr>
            <a:r>
              <a:t>7. 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KPI cards: Total Sales, Total Orders, Total Quantity and Average Order Value.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Filters: Date, City, Branch, Category, Product, Gender, Customer Type and Payment Method.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Visuals: branch revenue, city sales, top products, category sales, monthly trend, payment mix and customer segments.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Includes a dedicated Key Insights &amp; Recommendations section.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Responsive web-based dashboard built with HTML, CSS, JavaScript and Chart.js.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</a:defRPr>
            </a:pPr>
            <a:r>
              <a:t>Supermarket Sales Analytics  •  Independent Project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</a:defRPr>
            </a:pPr>
            <a:r>
              <a:t>8.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Branch A / Hyderabad is the strongest-performing branch/city with ₹89,400 in sales.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Electronics is the leading category with ₹89,400 in revenue.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Monitor is the top product by sales with ₹48,000.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January records the highest monthly sales at ₹76,150.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Credit Card is the leading payment method by revenue at ₹86,600.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Male customers and Normal customers contribute more sales than their corresponding segments in this dataset.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</a:defRPr>
            </a:pPr>
            <a:r>
              <a:t>Supermarket Sales Analytics  •  Independent Project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</a:defRPr>
            </a:pPr>
            <a:r>
              <a:t>9.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Maintain sufficient inventory for high-revenue products such as Monitor, Rice and Jeans.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Continue focusing on the Electronics category through promotions and cross-selling.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Study Branch A's practices and identify factors that could be applied to lower-performing branches.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Use customer segmentation to design more targeted offers.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Continue supporting convenient digital payment options such as Credit Card and UPI.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Investigate monthly fluctuations; note that March contains data only through March 12.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</a:defRPr>
            </a:pPr>
            <a:r>
              <a:t>Supermarket Sales Analytics  •  Independent Project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</a:defRPr>
            </a:pPr>
            <a:r>
              <a:t>10. 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Microsoft Excel — data organization, cleaning and validation.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Julius AI — AI-assisted exploratory data analysis.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Claude AI — dashboard development assistance.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HTML &amp; CSS — dashboard structure and interface design.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JavaScript — filtering, calculations and interactivity.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Chart.js — interactive data visualizations.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Web browser — dashboard execution.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</a:defRPr>
            </a:pPr>
            <a:r>
              <a:t>Supermarket Sales Analytics  •  Independent Project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</a:defRPr>
            </a:pPr>
            <a:r>
              <a:t>11. Limitations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Current dataset contains only 40 orders and a short time period.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March data is partial, ending on March 12.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Cost, profit and inventory information are not included.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Future versions can add sales forecasting, profit analysis and inventory analytics.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Customer clustering, lifetime-value analysis and predictive recommendations can also be introduced.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A real-time data connection could transform the dashboard into a live monitoring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</a:defRPr>
            </a:pPr>
            <a:r>
              <a:t>Supermarket Sales Analytics  •  Independent Project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</a:defRPr>
            </a:pPr>
            <a:r>
              <a:t>12.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The project transforms raw supermarket transactions into an easy-to-understand analytical dashboard.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The analysis identifies major revenue drivers across branches, cities, products, categories, months, payments and customer segments.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Data validation helps ensure that the reported KPIs and sales figures are consistent with the source workbook.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The dashboard demonstrates practical skills in data analytics, visualization, AI-assisted analysis and business interpretation.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6539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</a:defRPr>
            </a:pPr>
            <a:r>
              <a:t>Supermarket Sales Analytics  •  Independent Project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563E30"/>
                </a:solidFill>
              </a:defRPr>
            </a:pPr>
            <a:r>
              <a:t>Thank You</a:t>
            </a:r>
          </a:p>
          <a:p>
            <a:pPr>
              <a:spcBef>
                <a:spcPts val="1500"/>
              </a:spcBef>
              <a:defRPr sz="1600">
                <a:solidFill>
                  <a:srgbClr val="5F5F5F"/>
                </a:solidFill>
              </a:defRPr>
            </a:pPr>
            <a:r>
              <a:t>Supermarket Sales Analytics &amp; Interactive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65392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</a:defRPr>
            </a:pPr>
            <a:r>
              <a:t>Supermarket Sales Analytics  •  Independent Project                                    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